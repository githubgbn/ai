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4A90D9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AgentRL调研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人工智能Agent与强化学习的融合发展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2026年3月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背景与痛点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14630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63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单Agent能力有限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单一AI助手无法完成复杂任务链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280160"/>
            <a:ext cx="73152" cy="14630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463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协作能力缺失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83480" y="19659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多步骤任务需要人工编排和调度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017520"/>
            <a:ext cx="73152" cy="14630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200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自主性不足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5800" y="37033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现有Agent缺乏长期规划和自适应能力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017520"/>
            <a:ext cx="73152" cy="14630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3200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垂直场景落地难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83480" y="37033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通用框架难以适配特定业务需求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AgentRL = Agent + Reinforcement Learning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发展历程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1371600"/>
            <a:ext cx="0" cy="3474720"/>
          </a:xfrm>
          <a:prstGeom prst="line">
            <a:avLst/>
          </a:prstGeom>
          <a:noFill/>
          <a:ln w="38100">
            <a:solidFill>
              <a:srgbClr val="4A90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1371600"/>
            <a:ext cx="274320" cy="2743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80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2019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37360" y="1280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GPT-2发布，LLM能力初现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234440" y="1965960"/>
            <a:ext cx="274320" cy="2743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874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737360" y="18745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ChatGPT引爆Agent概念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234440" y="2560320"/>
            <a:ext cx="274320" cy="2743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468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2023.03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737360" y="2468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AutoGPT开源，自主Agent兴起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234440" y="3154680"/>
            <a:ext cx="274320" cy="2743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3063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2023.10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737360" y="30632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CrewAI发布，角色扮演框架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234440" y="3749040"/>
            <a:ext cx="274320" cy="2743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3657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2024.02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737360" y="36576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Swarm，轻量级编排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234440" y="4343400"/>
            <a:ext cx="274320" cy="2743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251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2024-2025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737360" y="42519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多Agent协作、垂直领域深化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AutoGPT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377440" y="1234440"/>
            <a:ext cx="5486" cy="2743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2474366" y="11887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182K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Dify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77440" y="1691640"/>
            <a:ext cx="4070" cy="2743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2472950" y="16459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135K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LangChain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77440" y="2148840"/>
            <a:ext cx="3949" cy="2743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2472829" y="21031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131K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MetaGPT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377440" y="2606040"/>
            <a:ext cx="1990" cy="2743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5" name="Text 13"/>
          <p:cNvSpPr/>
          <p:nvPr/>
        </p:nvSpPr>
        <p:spPr>
          <a:xfrm>
            <a:off x="2470870" y="2560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66K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Flowise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377440" y="3063240"/>
            <a:ext cx="1537" cy="2743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8" name="Text 16"/>
          <p:cNvSpPr/>
          <p:nvPr/>
        </p:nvSpPr>
        <p:spPr>
          <a:xfrm>
            <a:off x="2470417" y="3017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CrewAI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377440" y="3520440"/>
            <a:ext cx="1417" cy="2743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1" name="Text 19"/>
          <p:cNvSpPr/>
          <p:nvPr/>
        </p:nvSpPr>
        <p:spPr>
          <a:xfrm>
            <a:off x="2470297" y="34747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ChatDev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377440" y="3977640"/>
            <a:ext cx="965" cy="2743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4" name="Text 22"/>
          <p:cNvSpPr/>
          <p:nvPr/>
        </p:nvSpPr>
        <p:spPr>
          <a:xfrm>
            <a:off x="2469845" y="39319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389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Swarm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377440" y="4434840"/>
            <a:ext cx="633" cy="2743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7" name="Text 25"/>
          <p:cNvSpPr/>
          <p:nvPr/>
        </p:nvSpPr>
        <p:spPr>
          <a:xfrm>
            <a:off x="2469513" y="43891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Stars 排名（2026年3月）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Swarm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项目信息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GitHub: </a:t>
            </a:r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openai/swarm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Stars: </a:t>
            </a:r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21,253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语言: </a:t>
            </a:r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许可: </a:t>
            </a:r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项目定位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轻量级多Agent编排框架，由OpenAI解决方案团队管理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核心特点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82880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简洁易用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轻量级设计，上手简单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Handoff机制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Agent间优雅的任务传递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Educational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适合学习多Agent架构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OpenAI官方支持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由OpenAI解决方案团队维护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能力: 多Agent协作、任务编排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LangChain Agents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项目信息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GitHub: </a:t>
            </a:r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langchain-ai/langchain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Stars: </a:t>
            </a:r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131,563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语言: </a:t>
            </a:r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成立: </a:t>
            </a:r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2022年10月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项目定位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Agent工程平台，提供完整的Agent开发工具链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核心特点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82880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生态完善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丰富的组件和集成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模块化设计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灵活的Agent构建方式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工具丰富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支持多种工具和外部API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强大的社区支持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活跃的开发者社区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能力: Agent开发全栈、工具集成、RAG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AutoGPT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项目信息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GitHub: </a:t>
            </a:r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Significant-Gravitas/AutoGPT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Stars: </a:t>
            </a:r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182,932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语言: </a:t>
            </a:r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成立: </a:t>
            </a:r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2023年3月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项目定位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自主AI代理，让AI能够自主完成复杂任务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核心特点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82880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目标驱动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用户设定目标，Agent自主规划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自动规划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任务分解与执行迭代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自我反思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评估输出并优化策略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最高Stars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GitHub最受关注的Agent项目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能力: 自主任务执行、目标分解、自我反思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CrewAI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项目信息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GitHub: </a:t>
            </a:r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crewAIInc/crewAI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Stars: </a:t>
            </a:r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47,541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语言: </a:t>
            </a:r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成立: </a:t>
            </a:r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2023年10月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项目定位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角色扮演Agent编排框架，多Agent协同工作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核心特点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82880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角色定义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为Agent定义角色和能力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任务协作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多Agent按角色分工合作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流程管理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支持顺序和并行任务执行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易于使用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简洁的API设计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能力: 多Agent协作框架、角色扮演、任务流程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Dify &amp; MetaGPT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Dify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GitHub: </a:t>
            </a:r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langgenius/dify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Stars: </a:t>
            </a:r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134,942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语言: </a:t>
            </a:r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TypeScript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定位: </a:t>
            </a:r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LLM应用开发平台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特点: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可视化编排、API集成、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插件扩展、SaaS化部署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能力: </a:t>
            </a:r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企业级AI应用快速构建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MetaGPT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182880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GitHub: </a:t>
            </a:r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FoundationAgents/MetaGPT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Stars: </a:t>
            </a:r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66,424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语言: </a:t>
            </a:r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定位: </a:t>
            </a:r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多Agent框架 - 首个AI软件公司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特点: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模拟软件公司结构、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SOP驱动的多Agent协作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能力: </a:t>
            </a:r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端到端软件开发自动化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项目对比分析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2926080"/>
                <a:gridCol w="24688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核心优势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适用场景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AutoGPT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自主Agent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Stars最高、自主性强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复杂任务自动化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LangChain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Agent平台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生态完善、工具多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企业级Agent开发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CrewAI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角色编排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角色定义清晰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多角色协作任务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Dify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LLM应用平台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可视化、SaaS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快速应用构建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MetaGPT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多Agent框架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SOP驱动、软件工程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端到端开发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Swarm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轻量编排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简洁、Educational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学习与原型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注: 各项目定位不同，选择时应根据具体业务需求和场景进行评估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趋势预测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自主性持续提升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4630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Agent将具备更强的自主决策和执行能力，减少人工干预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11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多Agent深度协作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2402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从简单分工走向复杂协作，形成Agent社会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788920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788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垂直领域深化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0175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行业专用Agent将成为主流，如金融、医疗、制造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566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安全性与可解释性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379476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Agent决策透明化，安全机制将成为标配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343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4206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端侧部署加速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45720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轻量化模型使Agent可在边缘设备运行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总结与建议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0" y="1188720"/>
            <a:ext cx="2743200" cy="0"/>
          </a:xfrm>
          <a:prstGeom prst="line">
            <a:avLst/>
          </a:prstGeom>
          <a:noFill/>
          <a:ln w="38100">
            <a:solidFill>
              <a:srgbClr val="4A90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554480"/>
            <a:ext cx="6400800" cy="548640"/>
          </a:xfrm>
          <a:prstGeom prst="rect">
            <a:avLst/>
          </a:prstGeom>
          <a:solidFill>
            <a:srgbClr val="4A90D9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16002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AgentRL是AI发展的重要方向，市场前景广阔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2286000"/>
            <a:ext cx="6400800" cy="548640"/>
          </a:xfrm>
          <a:prstGeom prst="rect">
            <a:avLst/>
          </a:prstGeom>
          <a:solidFill>
            <a:srgbClr val="4A90D9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23317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当前生态已初具规模，LangChain/Dify生态最完善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71600" y="3017520"/>
            <a:ext cx="6400800" cy="548640"/>
          </a:xfrm>
          <a:prstGeom prst="rect">
            <a:avLst/>
          </a:prstGeom>
          <a:solidFill>
            <a:srgbClr val="4A90D9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30632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垂直领域Agent是差异化竞争的关键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71600" y="3749040"/>
            <a:ext cx="6400800" cy="548640"/>
          </a:xfrm>
          <a:prstGeom prst="rect">
            <a:avLst/>
          </a:prstGeom>
          <a:solidFill>
            <a:srgbClr val="4A90D9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554480" y="37947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建议优先关注多Agent协作与安全性技术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谢谢！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AgentRL调研</dc:title>
  <dc:subject>PptxGenJS Presentation</dc:subject>
  <dc:creator>AgentRL Team</dc:creator>
  <cp:lastModifiedBy>AgentRL Team</cp:lastModifiedBy>
  <cp:revision>1</cp:revision>
  <dcterms:created xsi:type="dcterms:W3CDTF">2026-03-30T06:48:01Z</dcterms:created>
  <dcterms:modified xsi:type="dcterms:W3CDTF">2026-03-30T06:48:01Z</dcterms:modified>
</cp:coreProperties>
</file>