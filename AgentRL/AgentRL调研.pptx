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pdf/2503.19470" TargetMode="External"/><Relationship Id="rId2" Type="http://schemas.openxmlformats.org/officeDocument/2006/relationships/hyperlink" Target="https://github.com/Agent-RL/ReCal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pdf/2503.19470" TargetMode="External"/><Relationship Id="rId2" Type="http://schemas.openxmlformats.org/officeDocument/2006/relationships/hyperlink" Target="https://github.com/PeterGriffinJin/Search-R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pdf/2503.05592" TargetMode="External"/><Relationship Id="rId2" Type="http://schemas.openxmlformats.org/officeDocument/2006/relationships/hyperlink" Target="https://github.com/RUCAIBox/R1-Searcher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pdf/2504.20073" TargetMode="External"/><Relationship Id="rId2" Type="http://schemas.openxmlformats.org/officeDocument/2006/relationships/hyperlink" Target="https://github.com/ZihanWang314/RAGEN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pdf/2504.11536" TargetMode="External"/><Relationship Id="rId2" Type="http://schemas.openxmlformats.org/officeDocument/2006/relationships/hyperlink" Target="https://github.com/ReTool-RL/ReToo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pdf/2504.03160" TargetMode="External"/><Relationship Id="rId2" Type="http://schemas.openxmlformats.org/officeDocument/2006/relationships/hyperlink" Target="https://github.com/GAIR-NLP/DeepResearcher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505.0458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0russwest0/Agent-R1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arxiv.org/pdf/2505.15107" TargetMode="External"/><Relationship Id="rId2" Type="http://schemas.openxmlformats.org/officeDocument/2006/relationships/hyperlink" Target="https://github.com/Zillwang/StepSearch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pdf/2505.11821" TargetMode="External"/><Relationship Id="rId2" Type="http://schemas.openxmlformats.org/officeDocument/2006/relationships/hyperlink" Target="https://github.com/SiliangZeng/Multi-Turn-RL-Agen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207.01206" TargetMode="External"/><Relationship Id="rId2" Type="http://schemas.openxmlformats.org/officeDocument/2006/relationships/hyperlink" Target="https://github.com/WebShop/WebShop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204.14146" TargetMode="External"/><Relationship Id="rId2" Type="http://schemas.openxmlformats.org/officeDocument/2006/relationships/hyperlink" Target="https://github.com/allenai/RL4LM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308.03688" TargetMode="External"/><Relationship Id="rId2" Type="http://schemas.openxmlformats.org/officeDocument/2006/relationships/hyperlink" Target="https://github.com/THUDM/AgentBench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302.04761" TargetMode="External"/><Relationship Id="rId2" Type="http://schemas.openxmlformats.org/officeDocument/2006/relationships/hyperlink" Target="https://github.com/lucidrains/toolformer-pytorch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210.03629" TargetMode="External"/><Relationship Id="rId2" Type="http://schemas.openxmlformats.org/officeDocument/2006/relationships/hyperlink" Target="https://github.com/ysymyth/ReAc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AgentRL调研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强化学习增强大型语言模型研究综述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2026年4月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研究背景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73152" cy="3474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Agent落地元年，研究者们探索将RL与LLM结合，开发能够自主调用外部工具、优化搜索策略并在多轮交互中实现复杂推理的智能体。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本文系统分析15个RL+LLM开源项目，探讨其方法论、实践价值及未来发展方向。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项目列表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35661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ReSearch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Search-R1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R1-Searcher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RAGEN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ReTool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DeepResearcher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ZeroSearch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Agent-R1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188720"/>
            <a:ext cx="35661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StepSearch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Multi-Turn-RL-Agent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WebShop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RL4LMs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AgentBench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Toolformer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ReAct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828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0" y="182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8412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54864" cy="3840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143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 </a:t>
            </a:r>
            <a:endParaRPr lang="en-US" sz="10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1005840" y="1143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https://arxiv.org/pdf/2503.19470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endParaRPr lang="en-US" sz="10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109728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https://github.com/Agent-RL/ReCall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" y="1874520"/>
            <a:ext cx="7955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摘要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28600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提出ReSearch框架，通过强化学习训练LLM在无需推理步骤监督数据的情况下使用搜索进行推理。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描述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29184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搜索操作被视为推理链的一部分，由基于文本的思维引导，搜索结果进一步影响推理过程。在Qwen2.5-7B和Qwen2.5-32B模型上训练，展现反思和自我修正等高级推理能力。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4206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实践价值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480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适合研究RL如何提升LLM在复杂推理任务中的表现，特别是涉及多步搜索优化的场景。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828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Search-R1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0" y="182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8412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54864" cy="3840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143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 </a:t>
            </a:r>
            <a:endParaRPr lang="en-US" sz="10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1005840" y="1143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https://arxiv.org/pdf/2503.19470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endParaRPr lang="en-US" sz="10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109728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https://github.com/PeterGriffinJin/Search-R1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" y="1874520"/>
            <a:ext cx="7955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摘要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28600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通过强化学习扩展推理框架，使LLM在逐步推理中自主生成搜索查询，多轮搜索交互优化推理轨迹。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描述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29184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支持本地稀疏/密集检索器、谷歌/必应搜索API、神经重新排序器。支持PPO、GRPO等不同RL方法。支持Llama3、Qwen2.5等多种LLM。Qwen2.5-7B模型提升41%。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4206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实践价值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480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适合探索LLM与外部搜索引擎结合的场景，研究RL如何优化信息获取。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828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R1-Searcher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0" y="182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8412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54864" cy="3840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143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 </a:t>
            </a:r>
            <a:endParaRPr lang="en-US" sz="10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1005840" y="1143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https://arxiv.org/pdf/2503.05592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endParaRPr lang="en-US" sz="10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109728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https://github.com/RUCAIBox/R1-Searcher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" y="1874520"/>
            <a:ext cx="7955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摘要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28600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基于结果的两阶段RL方法，增强LLM的搜索能力，使其在推理中自主调用外部搜索系统。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描述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29184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现有大型推理模型依赖内部知识可能导致不准确或幻觉问题，R1-Searcher通过RL激励LLM从外部资源获取信息。显著优于RAG方法，甚至超越GPT-4o-mini。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4206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实践价值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480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适用于知识密集型问答或数据分析等高效信息检索任务。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828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RAGEN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0" y="182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8412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54864" cy="3840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143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 </a:t>
            </a:r>
            <a:endParaRPr lang="en-US" sz="10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1005840" y="1143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https://arxiv.org/pdf/2504.20073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endParaRPr lang="en-US" sz="10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109728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https://github.com/ZihanWang314/RAGEN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" y="1874520"/>
            <a:ext cx="7955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摘要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28600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提出StarPO框架和RAGEN系统，用于轨迹级智能体RL训练，解决「回声陷阱」模式问题。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描述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29184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通过多轮RL实现LLM代理的自我进化，优化轮次级别的信用分配。包含环境状态管理器、上下文管理器和代理代理三大模块。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4206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实践价值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480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适合研究多轮交互和自我改进的代理，应用于对话系统或任务规划。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828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0" y="182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8412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54864" cy="3840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143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 </a:t>
            </a:r>
            <a:endParaRPr lang="en-US" sz="10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1005840" y="1143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https://arxiv.org/pdf/2504.11536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endParaRPr lang="en-US" sz="10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109728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https://github.com/ReTool-RL/ReTool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" y="1874520"/>
            <a:ext cx="7955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摘要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28600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通过工具集成学习增强长篇推理能力，动态交错代码执行，通过RL优化工具调用策略。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描述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29184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推理模型在文本推理上表现出色，但在结构化问题解决中表现不佳。ReTool-32B模型在AIME基准上达到72.5%准确率，超越OpenAI o1-preview。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4206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实践价值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480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适合研究工具增强型LLM，探索RL在工具选择和使用中的应用。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828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DeepResearcher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0" y="182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8412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54864" cy="3840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143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 </a:t>
            </a:r>
            <a:endParaRPr lang="en-US" sz="10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1005840" y="1143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https://arxiv.org/pdf/2504.03160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endParaRPr lang="en-US" sz="10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109728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https://github.com/GAIR-NLP/DeepResearcher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" y="1874520"/>
            <a:ext cx="7955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摘要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28600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首个在真实环境中扩展RL实现LLM深度研究代理的端到端训练框架，支持真实网络搜索交互。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描述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29184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展现出制定计划、交叉验证来自多个来源的信息、进行自我反思、保持诚实等认知行为。性能显著优于基于提示工程和RAG的基线。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4206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实践价值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480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适合需要深度信息合成的场景，如科学研究或复杂数据分析。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828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ZeroSearch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0" y="182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8412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54864" cy="3840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143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 </a:t>
            </a:r>
            <a:endParaRPr lang="en-US" sz="10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1005840" y="1143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https://arxiv.org/abs/2505.04588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" y="1554480"/>
            <a:ext cx="7955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691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摘要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196596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通过RL训练LLM内化搜索能力，采用基于课程的推出策略，逐步提升推理能力。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26974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描述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7180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减少对外部搜索的依赖，通过RL模拟搜索行为。7B和14B模型的检索模块性能可媲美甚至超越真实搜索引擎。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实践价值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416052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适合研究LLM如何通过内部机制模拟搜索，降低对外部资源的依赖。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828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Agent-R1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0" y="182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8412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54864" cy="3840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1430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endParaRPr lang="en-US" sz="10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1097280" y="1143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https://github.com/0russwest0/Agent-R1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" y="1554480"/>
            <a:ext cx="7955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691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摘要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196596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扩展DeepSeek-R1，通过RL训练代理型LLM，提升决策和任务执行能力。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26974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描述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7180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专注于动态环境中的代理行为，应用于复杂任务场景，增强LLM的决策和任务执行能力。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实践价值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416052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适合探索动态环境中的代理行为，应用于复杂任务场景。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828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StepSearch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0" y="182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8412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54864" cy="3840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143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 </a:t>
            </a:r>
            <a:endParaRPr lang="en-US" sz="10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1005840" y="1143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https://www.arxiv.org/pdf/2505.15107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endParaRPr lang="en-US" sz="10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109728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https://github.com/Zillwang/StepSearch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" y="1874520"/>
            <a:ext cx="7955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摘要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28600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通过逐步PPO训练LLM，包含细粒度搜索奖励和信息增益监督，显著优于全局奖励基线。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描述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29184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3B和7B模型分别提升11.2%和4.2%。通过PPO优化分步搜索过程，提升多跳推理能力。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4206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实践价值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480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适合研究PPO在LLM搜索增强中的应用，特别适用于分步任务。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828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Multi-Turn-RL-Agent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0" y="182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8412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54864" cy="3840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143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 </a:t>
            </a:r>
            <a:endParaRPr lang="en-US" sz="10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1005840" y="1143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https://arxiv.org/pdf/2505.11821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endParaRPr lang="en-US" sz="10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109728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https://github.com/SiliangZeng/Multi-Turn-RL-Agent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" y="1874520"/>
            <a:ext cx="7955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摘要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28600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通过轮次级别优势估计优化多轮工具使用场景，成功率达100%，准确率达50%。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描述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29184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聚焦于通过轮次级别信用分配强化LLM代理的多轮推理能力，在工具执行和精确答案匹配中显著优于基线。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4206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实践价值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480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适合研究多轮对话或复杂任务中的长期推理优化。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828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WebShop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0" y="182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8412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54864" cy="3840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143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 </a:t>
            </a:r>
            <a:endParaRPr lang="en-US" sz="10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1005840" y="1143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https://arxiv.org/abs/2207.01206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endParaRPr lang="en-US" sz="10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109728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https://github.com/WebShop/WebShop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" y="1874520"/>
            <a:ext cx="7955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摘要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28600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模拟电商环境的开源框架，使用RL训练LLM代理执行网页交互任务，如搜索和购买商品。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描述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29184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提供现实世界的测试平台，适合研究LLM在网页导航和任务执行中的RL应用。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4206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实践价值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480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提供现实世界的测试平台，适合研究LLM在网页导航和任务执行中的RL应用。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828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RL4LMs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0" y="182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8412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54864" cy="3840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143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 </a:t>
            </a:r>
            <a:endParaRPr lang="en-US" sz="10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1005840" y="1143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https://arxiv.org/abs/2204.14146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endParaRPr lang="en-US" sz="10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109728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https://github.com/allenai/RL4LMs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" y="1874520"/>
            <a:ext cx="7955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摘要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28600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开源库，专注于使用RL和自然语言反馈优化LLM，包含PPO、TRPO等算法。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描述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29184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用于文本生成任务，提供通用的RL+LLM实验平台，适合快速原型开发和算法对比。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4206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实践价值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480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提供通用的RL+LLM实验平台，适合快速原型开发和算法对比。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828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AgentBench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0" y="182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8412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54864" cy="3840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143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 </a:t>
            </a:r>
            <a:endParaRPr lang="en-US" sz="10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1005840" y="1143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https://arxiv.org/abs/2308.03688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endParaRPr lang="en-US" sz="10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109728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https://github.com/THUDM/AgentBench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" y="1874520"/>
            <a:ext cx="7955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摘要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28600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评估LLM代理能力的基准测试平台，包含游戏、网页导航等任务。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描述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29184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支持RL训练和评估，是测试和比较不同RL算法在代理任务中表现的重要工具。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4206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实践价值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480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适合测试和比较不同RL算法在代理任务中的表现。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828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Toolformer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0" y="182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8412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54864" cy="3840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143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 </a:t>
            </a:r>
            <a:endParaRPr lang="en-US" sz="10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1005840" y="1143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https://arxiv.org/abs/2302.04761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endParaRPr lang="en-US" sz="10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109728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https://github.com/lucidrains/toolformer-pytorch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" y="1874520"/>
            <a:ext cx="7955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摘要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28600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通过RL训练LLM自主学习使用外部工具（如计算器、搜索API），提升任务解决能力。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描述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29184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语言模型可以自我教导使用工具，是LLM工具学习领域的重要开创性工作。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4206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实践价值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480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适合研究LLM通过RL学习工具调用的场景，应用于自动化任务。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828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0" y="182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8412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54864" cy="3840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143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论文: </a:t>
            </a:r>
            <a:endParaRPr lang="en-US" sz="10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1005840" y="1143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https://arxiv.org/abs/2210.03629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endParaRPr lang="en-US" sz="10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109728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https://github.com/ysymyth/ReAct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" y="1874520"/>
            <a:ext cx="7955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摘要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28600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结合推理和行动，通过RL优化LLM在交互式任务中的表现，强调推理与执行的协同。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描述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29184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ReAct是Reasoning+Acting的结合，是LLM代理领域的经典基础性工作，被广泛引用和应用。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4206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实践价值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4805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适合研究推理与行动结合的代理，应用于交互式决策场景。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项目特点与多维度评估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914400"/>
                <a:gridCol w="914400"/>
                <a:gridCol w="1005840"/>
                <a:gridCol w="54864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项目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核心任务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RL方法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模型规模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外部依赖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搜索优化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GRPO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7B/32B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搜索引擎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Search-R1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搜索优化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PPO/GRPO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3B/7B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搜索引擎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R1-Searcher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搜索优化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7B/8B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搜索引擎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RAGEN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多轮交互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StarPO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ReTool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工具调用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工具API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DeepResearcher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深度研究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网络搜索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ZeroSearch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搜索优化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7B/14B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无(内化)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Agent-R1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决策执行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StepSearch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搜索优化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PPO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3B/7B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搜索引擎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Multi-Turn-RL-Agent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多轮交互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工具API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WebShop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网页交互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网页环境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RL4LMs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通用优化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PPO/TRPO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AgentBench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通用评估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多环境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Toolformer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工具调用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工具API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推理+行动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AgentRL调研</dc:title>
  <dc:subject>PptxGenJS Presentation</dc:subject>
  <dc:creator>AgentRL Team</dc:creator>
  <cp:lastModifiedBy>AgentRL Team</cp:lastModifiedBy>
  <cp:revision>1</cp:revision>
  <dcterms:created xsi:type="dcterms:W3CDTF">2026-04-02T08:13:35Z</dcterms:created>
  <dcterms:modified xsi:type="dcterms:W3CDTF">2026-04-02T08:13:35Z</dcterms:modified>
</cp:coreProperties>
</file>